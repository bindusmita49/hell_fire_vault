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57464212744cd8e24206ed191ea2cd4a...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